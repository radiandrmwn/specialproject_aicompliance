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PPE-Watch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4444"/>
                </a:solidFill>
              </a:defRPr>
            </a:pPr>
            <a:r>
              <a:t>AI-Powered Safety Compliance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Radian Try Darmawan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Asia University, Taiwan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2nd Semester,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Workplace Safety Challenges</a:t>
            </a:r>
          </a:p>
          <a:p>
            <a:pPr>
              <a:defRPr sz="1800"/>
            </a:pPr>
            <a:r>
              <a:t>Construction sites have high accident rates due to PPE non-compliance</a:t>
            </a:r>
          </a:p>
          <a:p>
            <a:pPr>
              <a:defRPr sz="1800"/>
            </a:pPr>
            <a:r>
              <a:t>Manual supervision is time-consuming, inconsistent, and prone to human error</a:t>
            </a:r>
          </a:p>
          <a:p>
            <a:pPr>
              <a:defRPr sz="1800"/>
            </a:pPr>
            <a:r>
              <a:t>Delayed violation detection leads to preventable injuries</a:t>
            </a:r>
          </a:p>
          <a:p>
            <a:pPr>
              <a:defRPr sz="1800"/>
            </a:pPr>
            <a:r>
              <a:t>Lack of automated tracking and accountability systems</a:t>
            </a:r>
          </a:p>
          <a:p>
            <a:pPr>
              <a:defRPr sz="1800"/>
            </a:pPr>
            <a:r>
              <a:t>Traditional methods cannot provide real-time alerts or daily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Goals</a:t>
            </a:r>
          </a:p>
          <a:p>
            <a:pPr>
              <a:defRPr sz="1800"/>
            </a:pPr>
            <a:r>
              <a:t>Develop an automated PPE detection system using computer vision</a:t>
            </a:r>
          </a:p>
          <a:p>
            <a:pPr>
              <a:defRPr sz="1800"/>
            </a:pPr>
            <a:r>
              <a:t>Implement real-time violation tracking with identity-aware counting</a:t>
            </a:r>
          </a:p>
          <a:p>
            <a:pPr>
              <a:defRPr sz="1800"/>
            </a:pPr>
            <a:r>
              <a:t>Generate comprehensive daily compliance reports</a:t>
            </a:r>
          </a:p>
          <a:p>
            <a:pPr>
              <a:defRPr sz="1800"/>
            </a:pPr>
            <a:r>
              <a:t>Enable supervisors to receive instant notifications via Telegram</a:t>
            </a:r>
          </a:p>
          <a:p>
            <a:pPr>
              <a:defRPr sz="1800"/>
            </a:pPr>
            <a:r>
              <a:t>Reduce workplace accidents through proactive safety monitoring</a:t>
            </a:r>
          </a:p>
          <a:p>
            <a:pPr>
              <a:defRPr sz="1800"/>
            </a:pPr>
            <a:r>
              <a:t>Create a scalable solution deployable across multiple 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YOLOv8-Based Detection Pipeline</a:t>
            </a:r>
          </a:p>
          <a:p>
            <a:pPr>
              <a:defRPr sz="1600"/>
            </a:pPr>
            <a:r>
              <a:t>Person Detection: Pre-trained YOLOv8 model on COCO dataset</a:t>
            </a:r>
          </a:p>
          <a:p>
            <a:pPr>
              <a:defRPr sz="1600"/>
            </a:pPr>
            <a:r>
              <a:t>PPE Detection: Custom YOLOv8 trained on Safety Helmet &amp; Reflective Jacket dataset</a:t>
            </a:r>
          </a:p>
          <a:p>
            <a:pPr>
              <a:defRPr sz="1600"/>
            </a:pPr>
            <a:r>
              <a:t>Multi-Object Tracking: ByteTrack algorithm for identity consistency</a:t>
            </a:r>
          </a:p>
          <a:p>
            <a:pPr>
              <a:defRPr sz="1600"/>
            </a:pPr>
            <a:r>
              <a:t>Violation Logic: IoU-based verification: Helmet (head region) + Vest (torso region)</a:t>
            </a:r>
          </a:p>
          <a:p>
            <a:pPr>
              <a:defRPr sz="1600"/>
            </a:pPr>
            <a:r>
              <a:t>Event Logging: CSV-based storage with daily partitioning</a:t>
            </a:r>
          </a:p>
          <a:p>
            <a:pPr>
              <a:defRPr sz="1600"/>
            </a:pPr>
            <a:r>
              <a:t>Report Generation: Automated aggregation with charts and PDF summaries</a:t>
            </a:r>
          </a:p>
          <a:p>
            <a:pPr>
              <a:defRPr sz="1600"/>
            </a:pPr>
            <a:r>
              <a:t>Telegram Delivery: Real-time notifications and daily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Technical Capabilities</a:t>
            </a:r>
          </a:p>
          <a:p>
            <a:pPr>
              <a:defRPr sz="1700"/>
            </a:pPr>
            <a:r>
              <a:t>Dual-attribute PPE detection (helmet + reflective vest)</a:t>
            </a:r>
          </a:p>
          <a:p>
            <a:pPr>
              <a:defRPr sz="1700"/>
            </a:pPr>
            <a:r>
              <a:t>Smart violation logic: Only flags when BOTH items missing</a:t>
            </a:r>
          </a:p>
          <a:p>
            <a:pPr>
              <a:defRPr sz="1700"/>
            </a:pPr>
            <a:r>
              <a:t>ByteTrack integration prevents double counting</a:t>
            </a:r>
          </a:p>
          <a:p>
            <a:pPr>
              <a:defRPr sz="1700"/>
            </a:pPr>
            <a:r>
              <a:t>Zone-based monitoring with polygon filtering</a:t>
            </a:r>
          </a:p>
          <a:p>
            <a:pPr>
              <a:defRPr sz="1700"/>
            </a:pPr>
            <a:r>
              <a:t>Interactive Telegram bot for video uploads</a:t>
            </a:r>
          </a:p>
          <a:p>
            <a:pPr>
              <a:defRPr sz="1700"/>
            </a:pPr>
            <a:r>
              <a:t>Automated daily reporting (CSV, PNG charts, PDF)</a:t>
            </a:r>
          </a:p>
          <a:p>
            <a:pPr>
              <a:defRPr sz="1700"/>
            </a:pPr>
            <a:r>
              <a:t>Real-time violation screenshots for evidence</a:t>
            </a:r>
          </a:p>
          <a:p>
            <a:pPr>
              <a:defRPr sz="1700"/>
            </a:pPr>
            <a:r>
              <a:t>Scalable architecture for multiple camera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500"/>
            </a:pPr>
            <a:r>
              <a:t>Input Layer: Video uploads via Telegram, live camera feeds, video files</a:t>
            </a:r>
          </a:p>
          <a:p>
            <a:pPr>
              <a:defRPr sz="1500"/>
            </a:pPr>
            <a:r>
              <a:t>Detection Layer: YOLOv8 for person, helmet, and vest detection</a:t>
            </a:r>
          </a:p>
          <a:p>
            <a:pPr>
              <a:defRPr sz="1500"/>
            </a:pPr>
            <a:r>
              <a:t>Tracking Layer: ByteTrack for multi-object tracking with unique IDs</a:t>
            </a:r>
          </a:p>
          <a:p>
            <a:pPr>
              <a:defRPr sz="1500"/>
            </a:pPr>
            <a:r>
              <a:t>Analysis Layer: Head region detection, zone filtering, violation rules</a:t>
            </a:r>
          </a:p>
          <a:p>
            <a:pPr>
              <a:defRPr sz="1500"/>
            </a:pPr>
            <a:r>
              <a:t>Storage Layer: CSV event logging, daily partitioning</a:t>
            </a:r>
          </a:p>
          <a:p>
            <a:pPr>
              <a:defRPr sz="1500"/>
            </a:pPr>
            <a:r>
              <a:t>Reporting Layer: Statistics aggregation, chart generation (Matplotlib), PDF creation</a:t>
            </a:r>
          </a:p>
          <a:p>
            <a:pPr>
              <a:defRPr sz="1500"/>
            </a:pPr>
            <a:r>
              <a:t>Delivery Layer: Telegram Bot API for automated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Violation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Decision Matrix</a:t>
            </a:r>
          </a:p>
          <a:p>
            <a:pPr>
              <a:defRPr sz="2000"/>
            </a:pPr>
            <a:r>
              <a:t>Helmet ✓ + Vest ✓ → Compliant (Green)</a:t>
            </a:r>
          </a:p>
          <a:p>
            <a:pPr>
              <a:defRPr sz="2000"/>
            </a:pPr>
            <a:r>
              <a:t>Helmet ✓ + Vest ✗ → Violation: 'NO VEST' (Red)</a:t>
            </a:r>
          </a:p>
          <a:p>
            <a:pPr>
              <a:defRPr sz="2000"/>
            </a:pPr>
            <a:r>
              <a:t>Helmet ✗ + Vest ✓ → Violation: 'NO HELMET' (Red)</a:t>
            </a:r>
          </a:p>
          <a:p>
            <a:pPr>
              <a:defRPr sz="2000"/>
            </a:pPr>
            <a:r>
              <a:t>Helmet ✗ + Vest ✗ → Violation: 'NO HELMET &amp; NO VEST' (Red)</a:t>
            </a:r>
          </a:p>
          <a:p>
            <a:br/>
            <a:pPr>
              <a:defRPr b="1" sz="1800"/>
            </a:pPr>
            <a:r>
              <a:t>Technical Parameters:</a:t>
            </a:r>
          </a:p>
          <a:p>
            <a:pPr>
              <a:defRPr sz="1500"/>
            </a:pPr>
            <a:r>
              <a:t>Head region: Top 35% of person bounding box</a:t>
            </a:r>
          </a:p>
          <a:p>
            <a:pPr>
              <a:defRPr sz="1500"/>
            </a:pPr>
            <a:r>
              <a:t>Helmet IoU threshold: 0.10 (10% overlap)</a:t>
            </a:r>
          </a:p>
          <a:p>
            <a:pPr>
              <a:defRPr sz="1500"/>
            </a:pPr>
            <a:r>
              <a:t>Vest IoU threshold: 0.15 (15% overlap)</a:t>
            </a:r>
          </a:p>
          <a:p>
            <a:pPr>
              <a:defRPr sz="1500"/>
            </a:pPr>
            <a:r>
              <a:t>Detection confidence: 0.25 (25% minimum)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Achievements</a:t>
            </a:r>
          </a:p>
          <a:p>
            <a:pPr>
              <a:defRPr sz="1800"/>
            </a:pPr>
            <a:r>
              <a:t>Successful real-time PPE detection with YOLOv8</a:t>
            </a:r>
          </a:p>
          <a:p>
            <a:pPr>
              <a:defRPr sz="1800"/>
            </a:pPr>
            <a:r>
              <a:t>Accurate tracking with minimal ID switches using ByteTrack</a:t>
            </a:r>
          </a:p>
          <a:p>
            <a:pPr>
              <a:defRPr sz="1800"/>
            </a:pPr>
            <a:r>
              <a:t>Automated daily reports delivered via Telegram</a:t>
            </a:r>
          </a:p>
          <a:p>
            <a:pPr>
              <a:defRPr sz="1800"/>
            </a:pPr>
            <a:r>
              <a:t>Interactive bot for on-demand video processing</a:t>
            </a:r>
          </a:p>
          <a:p>
            <a:pPr>
              <a:defRPr sz="1800"/>
            </a:pPr>
            <a:r>
              <a:t>Screenshot capture system for violation evidence</a:t>
            </a:r>
          </a:p>
          <a:p>
            <a:pPr>
              <a:defRPr sz="1800"/>
            </a:pPr>
            <a:r>
              <a:t>Scalable architecture tested on multiple video sources</a:t>
            </a:r>
          </a:p>
          <a:p>
            <a:pPr>
              <a:defRPr sz="1800"/>
            </a:pPr>
            <a:r>
              <a:t>Comprehensive documentation and deployment guides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Planned Improvements</a:t>
            </a:r>
          </a:p>
          <a:p>
            <a:pPr>
              <a:defRPr sz="1600"/>
            </a:pPr>
            <a:r>
              <a:t>Deploy to actual CCTV systems with RTSP streaming</a:t>
            </a:r>
          </a:p>
          <a:p>
            <a:pPr>
              <a:defRPr sz="1600"/>
            </a:pPr>
            <a:r>
              <a:t>Add more PPE types: Safety glasses, gloves, safety boots</a:t>
            </a:r>
          </a:p>
          <a:p>
            <a:pPr>
              <a:defRPr sz="1600"/>
            </a:pPr>
            <a:r>
              <a:t>Implement face recognition for individual worker tracking</a:t>
            </a:r>
          </a:p>
          <a:p>
            <a:pPr>
              <a:defRPr sz="1600"/>
            </a:pPr>
            <a:r>
              <a:t>Multi-camera fusion for comprehensive site coverage</a:t>
            </a:r>
          </a:p>
          <a:p>
            <a:pPr>
              <a:defRPr sz="1600"/>
            </a:pPr>
            <a:r>
              <a:t>Mobile app for supervisor dashboard and alerts</a:t>
            </a:r>
          </a:p>
          <a:p>
            <a:pPr>
              <a:defRPr sz="1600"/>
            </a:pPr>
            <a:r>
              <a:t>Integration with access control systems</a:t>
            </a:r>
          </a:p>
          <a:p>
            <a:pPr>
              <a:defRPr sz="1600"/>
            </a:pPr>
            <a:r>
              <a:t>Cloud deployment for remote monitoring</a:t>
            </a:r>
          </a:p>
          <a:p>
            <a:pPr>
              <a:defRPr sz="1600"/>
            </a:pPr>
            <a:r>
              <a:t>Advanced analytics: Heatmaps, trend analysis, predictive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300"/>
            </a:pPr>
            <a:r>
              <a:t>[1] Jocher, G., et al. (2023). Ultralytics YOLOv8. https://github.com/ultralytics/ultralytics</a:t>
            </a:r>
          </a:p>
          <a:p>
            <a:pPr>
              <a:defRPr sz="1300"/>
            </a:pPr>
            <a:r>
              <a:t>[2] Zhang, Y., et al. (2022). ByteTrack: Multi-Object Tracking by Associating Every Detection Box. ECCV 2022.</a:t>
            </a:r>
          </a:p>
          <a:p>
            <a:pPr>
              <a:defRPr sz="1300"/>
            </a:pPr>
            <a:r>
              <a:t>[3] Dataset: Safety Helmet and Reflective Jacket Dataset. https://datasetninja.com/safety-helmet-and-reflective-jacket</a:t>
            </a:r>
          </a:p>
          <a:p>
            <a:pPr>
              <a:defRPr sz="1300"/>
            </a:pPr>
            <a:r>
              <a:t>[4] Redmon, J., &amp; Farhadi, A. (2018). YOLOv3: An Incremental Improvement. arXiv:1804.02767.</a:t>
            </a:r>
          </a:p>
          <a:p>
            <a:pPr>
              <a:defRPr sz="1300"/>
            </a:pPr>
            <a:r>
              <a:t>[5] Telegram Bot API Documentation. https://core.telegram.org/bots/api</a:t>
            </a:r>
          </a:p>
          <a:p>
            <a:pPr>
              <a:defRPr sz="1300"/>
            </a:pPr>
            <a:r>
              <a:t>[6] OpenCV Library. https://opencv.org/</a:t>
            </a:r>
          </a:p>
          <a:p>
            <a:pPr>
              <a:defRPr sz="1300"/>
            </a:pPr>
            <a:r>
              <a:t>[7] Python-Telegram-Bot. https://python-telegram-bot.org/</a:t>
            </a:r>
          </a:p>
          <a:p>
            <a:pPr>
              <a:defRPr sz="1300"/>
            </a:pPr>
            <a:r>
              <a:t>[8] Shapely: Python package for geometric objects. https://shapely.readthedocs.io/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44444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PPE-Watch Project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Asia University, Taiwan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